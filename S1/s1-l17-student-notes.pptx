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Microsoft JhengHei"/>
              </a:rPr>
              <a:t>第 17 堂｜AI 生成作品</a:t>
            </a:r>
          </a:p>
          <a:p>
            <a:r>
              <a:rPr sz="2800">
                <a:latin typeface="Arial"/>
              </a:rPr>
              <a:t>Lesson 17 | Creating with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生圖＋AI 音樂：為院舍長者製作正能量作品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images + AI music: positive artworks for elderly home residents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創科班 Little Makers Class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S.K.H. Lui Ming Choi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共用平板／手提電腦 Shared tablets / laptops × 2–3 部（全班輪用） 2–3 for the class</a:t>
            </a:r>
          </a:p>
          <a:p>
            <a:pPr/>
            <a:r>
              <a:rPr sz="1600">
                <a:eaTypeface typeface="微軟正黑體"/>
              </a:rPr>
              <a:t>彩色列印（海報成品） Colour printing (finished posters） × 每組 1 張 1 per group</a:t>
            </a:r>
          </a:p>
          <a:p>
            <a:pPr/>
            <a:r>
              <a:rPr sz="1600">
                <a:eaTypeface typeface="微軟正黑體"/>
              </a:rPr>
              <a:t>藍牙喇叭 Bluetooth speaker × 1 個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學習目標</a:t>
            </a:r>
          </a:p>
          <a:p>
            <a:r>
              <a:rPr sz="2200"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用一句話解釋生成式 AI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Explain generative AI in one sentence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小組合作完成一件關愛主題作品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Complete one caring-themed artwork in groups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作品表達清晰的正能量訊息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Express a clear positive message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說出使用生成式 AI 的兩項注意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Name two precautions for using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引入：AI 畫的「長者笑臉」</a:t>
            </a:r>
          </a:p>
          <a:p>
            <a:r>
              <a:rPr sz="2200">
                <a:latin typeface="Arial"/>
              </a:rPr>
              <a:t>Hook: AI-drawn Smiling 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展示兩張 AI 生成的長者笑臉圖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Show two AI-generated cheerful portraits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原理一句話：AI 學過大量圖片，按你的文字描述拼出新圖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In one sentence: AI learnt from many pictures, then composes a new one from your text description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本堂任務：為院舍長者做一件正能量作品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Today's task: make one positive artwork for elderly home residents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什麼是生成式 AI？</a:t>
            </a:r>
          </a:p>
          <a:p>
            <a:r>
              <a:rPr sz="2200">
                <a:latin typeface="Arial"/>
              </a:rPr>
              <a:t>What is Generative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按文字描述，產生全新內容（圖像、音樂、文字）的人工智能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producing brand-new content (images, music, text) from text descriptions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不只是回答問題，而是「創作」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Not just answering questions, but "creating"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作品是新的，風格來自它學過的數據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work is new; its style comes from the data it learnt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使用三不</a:t>
            </a:r>
          </a:p>
          <a:p>
            <a:r>
              <a:rPr sz="2200">
                <a:latin typeface="Arial"/>
              </a:rPr>
              <a:t>Three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不透露個人私隱：不輸入姓名、電話、學校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No private data: no names, phone numbers, schools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② 不上傳他人相片：嚴禁上傳真實相片作素材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2. No others' photos: strictly no real photos as material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③ 註明 AI 生成：不冒充真人作品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3. Label AI-generated content: never pass off as human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誠信</a:t>
            </a:r>
          </a:p>
          <a:p>
            <a:r>
              <a:rPr sz="2200">
                <a:latin typeface="Arial"/>
              </a:rPr>
              <a:t>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做的作品不可當作自己親手創作交功課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AI-made works must not be submitted as your own hand-made work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引用或使用 AI 作品必須註明出處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Always declare the source when using AI works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好的標示：「本作品圖像由 AI 生成，口號由本組同學撰寫。」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Good label: "Images AI-generated; slogans written by our group."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小組任務＋分工</a:t>
            </a:r>
          </a:p>
          <a:p>
            <a:r>
              <a:rPr sz="2200">
                <a:latin typeface="Arial"/>
              </a:rPr>
              <a:t>Group Task +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選定形式：圖文海報 或 音樂（短音樂／改編生日歌）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Choose a format: illustrated poster or music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分工：寫提示、操作裝置、記錄、匯報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Roles: prompt writer, device operator, recorder, presenter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輪流使用裝置，每組約八至十分鐘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Take turns with devices, 8–10 minutes each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完成初稿後潤飾：修改提示並至少再生成一次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Refine after the draft: revise the prompt and regenerate at least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  <p:pic>
        <p:nvPicPr>
          <p:cNvPr id="5" name="Picture 4" descr="s1-l17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47" y="4410000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展示</a:t>
            </a:r>
          </a:p>
          <a:p>
            <a:r>
              <a:rPr sz="2200">
                <a:latin typeface="Arial"/>
              </a:rPr>
              <a:t>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每組展示作品，讀出口號／播放音樂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Each group presents: read the slogan / play the music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全班給予鼓勵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class responds with encouragement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作品收集後送交長者中心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Works will be collected and sent to the elderly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總結</a:t>
            </a:r>
          </a:p>
          <a:p>
            <a:r>
              <a:rPr sz="22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生成式 AI：文字描述 → 全新圖像／音樂／文字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Generative AI: text description → new images/music/text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三不：不透露私隱、不上傳他人相片、註明 AI 生成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Three don'ts: no private data, no others' photos, label AI-generated content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是工具，溫度來自人的心意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is a tool; warmth comes from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小測驗＋預告</a:t>
            </a:r>
          </a:p>
          <a:p>
            <a:r>
              <a:rPr sz="2200">
                <a:latin typeface="Arial"/>
              </a:rPr>
              <a:t>Mini Quiz + Next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抽問：使用生成式 AI 有哪「三不」？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Quick quiz: what are the "three don'ts"?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下堂：教電腦認東西——親手用 Teachable Machine 訓練 AI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Next: Teaching Computers to Recognise Things — train AI hands-on with Teachable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1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47" y="1629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