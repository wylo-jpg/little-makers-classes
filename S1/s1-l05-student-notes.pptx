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</a:rPr>
              <a:t>第 5 堂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能量轉換——橡筋動力車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C000"/>
                </a:solidFill>
                <a:latin typeface="Microsoft JhengHei"/>
              </a:rPr>
              <a:t>Energy Conversion — Rubber-band Powered Car</a:t>
            </a:r>
          </a:p>
          <a:p>
            <a:pPr algn="ctr">
              <a:spcBef>
                <a:spcPts val="240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聖公會呂明才中學 創科班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DDDDDD"/>
                </a:solidFill>
                <a:latin typeface="Microsoft JhengHei"/>
              </a:rPr>
              <a:t>單元二：動手做 STEAM  Unit 2: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小紙盒 Small cardboard box × 每組 1 個 1 per group</a:t>
            </a:r>
          </a:p>
          <a:p>
            <a:pPr/>
            <a:r>
              <a:rPr sz="1600">
                <a:eaTypeface typeface="微軟正黑體"/>
              </a:rPr>
              <a:t>橡筋 Rubber bands × 每組 5 條 5 per group</a:t>
            </a:r>
          </a:p>
          <a:p>
            <a:pPr/>
            <a:r>
              <a:rPr sz="1600">
                <a:eaTypeface typeface="微軟正黑體"/>
              </a:rPr>
              <a:t>竹籤／飲管 Bamboo skewers / straws × 每組 4 支 4 per group</a:t>
            </a:r>
          </a:p>
          <a:p>
            <a:pPr/>
            <a:r>
              <a:rPr sz="1600">
                <a:eaTypeface typeface="微軟正黑體"/>
              </a:rPr>
              <a:t>瓶蓋（車輪） Bottle caps (wheels) × 每組 4 個 4 per group</a:t>
            </a:r>
          </a:p>
          <a:p>
            <a:pPr/>
            <a:r>
              <a:rPr sz="1600">
                <a:eaTypeface typeface="微軟正黑體"/>
              </a:rPr>
              <a:t>膠紙、剪刀 Tape, scissors × 課室現有 Available in classroom</a:t>
            </a:r>
          </a:p>
          <a:p>
            <a:pPr/>
            <a:r>
              <a:rPr sz="1600">
                <a:eaTypeface typeface="微軟正黑體"/>
              </a:rPr>
              <a:t>捲尺 Measuring tape × 每組 1 個 1 per group</a:t>
            </a:r>
          </a:p>
          <a:p>
            <a:pPr/>
            <a:r>
              <a:rPr sz="1600">
                <a:eaTypeface typeface="微軟正黑體"/>
              </a:rPr>
              <a:t>粉筆／膠紙（起跑線） Chalk / tape (start line) × 全班共用 Shared by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學習目標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製作一部能靠橡筋動力前進的車輛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Build a car that moves on rubber-band power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以「橡筋扭轉圈數」為變量，記錄行走距離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Record travel distance using twists as the variable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解釋彈性勢能轉化為動能的過程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Explain how elastic potential energy becomes kinetic energy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說出公平測試須控制的變量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Name the variables to control in a fair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引入：能量去了哪裡？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Where Does the Energy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老師拉動橡筋再鬆手 —— 「啪！」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The teacher stretches a rubber band and lets go — "snap!"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你的手做了功，能量去了哪裡？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Your hand did work — where did the energy go?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今天我們把這份能量裝上車輪！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Today we put that energy onto wheels!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彈性勢能 → 動能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Elastic Potential Energy → Kinetic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扭緊橡筋：手做功 → 儲存彈性勢能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Twist the band: hand does work → elastic potential energy stored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鬆手釋放：彈性勢能 → 車輪轉動的動能 → 車前進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Release: elastic potential energy → kinetic energy of wheels → car moves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車停下：部分能量因摩擦變成熱散失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Car stops: some energy lost as heat through friction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能量不會消失，只會轉換形式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Energy never disappears, only changes 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摩擦力：朋友還是敵人？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Friction: Friend or Foe?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適當摩擦 → 車輪抓地前進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Proper friction → wheels grip and drive forward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摩擦太大 → 車走不遠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Too much friction → short run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橡筋扭太多 → 車軸打滑 → 浪費能量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Over-twisted band → axle slips → energy wasted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車輪要對齊，否則偏離跑道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Wheels must be aligned or the car veers 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公平測試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Fair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改變：橡筋扭轉圈數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Change: number of twists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不變：同一跑道、同一條起跑線、同一條橡筋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Keep same: track, starting line, rubber band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量度：行走距離（米）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Measure: travel distance (m)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比賽時每組圈數相同，先公平，後比較！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Same twists for every group in the race — fair first, then compare!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製作要點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Making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車身：小紙盒；車軸：竹籤／飲管（要轉得動）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Body: small box; axles: skewers/straws (must spin freely)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車輪：四個瓶蓋，左右對齊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Wheels: four bottle caps, aligned left–right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橡筋一端固定車頭，另一端繞在後軸上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Fix band to the front, wind the other end round the rear axle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扭緊後軸儲能 → 鬆手 → 出發！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Twist the rear axle to store energy → release → go!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E74B5"/>
                </a:solidFill>
                <a:latin typeface="Microsoft JhengHei"/>
              </a:rPr>
              <a:t>⚠ 橡筋不可對人彈射；竹籤尖銳，小心使用</a:t>
            </a:r>
          </a:p>
        </p:txBody>
      </p:sp>
      <p:pic>
        <p:nvPicPr>
          <p:cNvPr id="6" name="Picture 5" descr="s1-l05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數據記錄表示例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Sample Data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10 圈 → 1.5 米（車身有點歪）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10 twists → 1.5 m (body slightly crooked)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20 圈 → 3.2 米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20 twists → 3.2 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30 圈 → 4.6 米（後輪輕微打滑）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30 twists → 4.6 m (rear wheels slipped slightly)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發現：圈數愈多，走得愈遠（但打滑會浪費能量）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Finding: more twists → further run (but slipping wastes energy)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測試與競速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Testing and 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每組最少記錄三組「圈數 — 距離」數據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Each group records at least three "twists–distance" data sets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競速：圈數相同，鬥行得遠、鬥走直線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Race: same twists — compete for distance and straight running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成功標準：靠橡筋動力前進最少 2 米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Success criteria: travel at least 2 m on rubber-band power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總結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彈性勢能 → 動能 → 前進；摩擦把部分能量變成熱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Elastic potential energy → kinetic energy → motion; friction turns some into heat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公平測試：改變圈數，不變跑道／橡筋／起跑線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Fair test: change twists; keep track/band/starting line unchanged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下堂預告：電磁鐵拾物比賽 ＋ 磁浮貓！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Next lesson: electromagnet pick-up contest + levitating cat!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能量轉換：由扭緊到前進｜Energy Conversion: Twisting to Moving</a:t>
            </a:r>
          </a:p>
        </p:txBody>
      </p:sp>
      <p:pic>
        <p:nvPicPr>
          <p:cNvPr id="1008" name="Picture 1007" descr="s1-l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280416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