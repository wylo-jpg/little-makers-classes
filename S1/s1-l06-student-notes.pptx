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</a:rPr>
              <a:t>第 6 堂</a:t>
            </a:r>
          </a:p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電與磁——電磁鐵拾物比賽＋磁浮貓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C000"/>
                </a:solidFill>
                <a:latin typeface="Microsoft JhengHei"/>
              </a:rPr>
              <a:t>Electromagnet Pick-up Contest and Levitating Cat</a:t>
            </a:r>
          </a:p>
          <a:p>
            <a:pPr algn="ctr">
              <a:spcBef>
                <a:spcPts val="2400"/>
              </a:spcBef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聖公會呂明才中學 創科班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DDDDDD"/>
                </a:solidFill>
                <a:latin typeface="Microsoft JhengHei"/>
              </a:rPr>
              <a:t>單元二：動手做 STEAM  Unit 2: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漆包線 Enamelled copper wire × 每組約 2 米 approx. 2 m per group</a:t>
            </a:r>
          </a:p>
          <a:p>
            <a:pPr/>
            <a:r>
              <a:rPr sz="1600">
                <a:eaTypeface typeface="微軟正黑體"/>
              </a:rPr>
              <a:t>大鐵釘 Large iron nail × 每組 1 枚 1 per group</a:t>
            </a:r>
          </a:p>
          <a:p>
            <a:pPr/>
            <a:r>
              <a:rPr sz="1600">
                <a:eaTypeface typeface="微軟正黑體"/>
              </a:rPr>
              <a:t>AA 電池 AA batteries × 每組 2 粒 2 per group</a:t>
            </a:r>
          </a:p>
          <a:p>
            <a:pPr/>
            <a:r>
              <a:rPr sz="1600">
                <a:eaTypeface typeface="微軟正黑體"/>
              </a:rPr>
              <a:t>電池盒 Battery holder × 每組 1 個 1 per group</a:t>
            </a:r>
          </a:p>
          <a:p>
            <a:pPr/>
            <a:r>
              <a:rPr sz="1600">
                <a:eaTypeface typeface="微軟正黑體"/>
              </a:rPr>
              <a:t>回形針 Paper clips × 每組 20 枚 20 per group</a:t>
            </a:r>
          </a:p>
          <a:p>
            <a:pPr/>
            <a:r>
              <a:rPr sz="1600">
                <a:eaTypeface typeface="微軟正黑體"/>
              </a:rPr>
              <a:t>圓形磁石 Disc magnets × 每組 4 粒 4 per group</a:t>
            </a:r>
          </a:p>
          <a:p>
            <a:pPr/>
            <a:r>
              <a:rPr sz="1600">
                <a:eaTypeface typeface="微軟正黑體"/>
              </a:rPr>
              <a:t>紙杯、卡紙（磁浮貓底座及貓形） Paper cup and card (base and cat shape) × 每組 1 套 1 set per group</a:t>
            </a:r>
          </a:p>
          <a:p>
            <a:pPr/>
            <a:r>
              <a:rPr sz="1600">
                <a:eaTypeface typeface="微軟正黑體"/>
              </a:rPr>
              <a:t>砂紙（小塊） Sandpaper (small piece) × 每組 1 小塊 1 small piece per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學習目標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製作一個可吸起回形針的電磁鐵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Make an electromagnet that attracts paper clips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記錄線圈匝數與吸起數目的關係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Record how coil turns relate to clips attracted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說出「同極相斥、異極相吸」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State "like poles repel, unlike poles attract"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正確說出電池安全規則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State battery safety rules correctly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引入：磁石 → 電磁鐵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From Magnet to Electromagnet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磁石吸起回形針 —— N 極、S 極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 magnet picks up paper clips — N pole, S pole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問題：磁力可以「開關」嗎？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Question: can magnetism be "switched" on and off?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答案：可以！電流產生磁場 —— 電生磁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Answer: yes! Current creates a magnetic field — electricity produces magnetism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同極相斥、異極相吸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Like Poles Repel, Unlike Poles Attract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N＋N → 排斥　　S＋S → 排斥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N+N → repel; S+S → repel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N＋S → 吸引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N+S → attract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磁力在兩極最強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Magnetism is strongest at the poles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電磁鐵的構造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Structure of an Electromagnet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線圈：漆包線緊密纏繞（兩端刮除漆皮，否則不導電！）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Coil: enamelled wire wound tightly (scrape both ends or no conduction!)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鐵芯：大鐵釘，集中磁場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Iron core: large nail, concentrates the field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電源：2 粒 AA 電池，只在測試時接上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Power: 2 AA batteries, connected only during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匝數與磁力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Coil Turns and Magnetic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電池相同，匝數愈多 → 磁力一般愈強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Same batteries: more turns → generally stronger magnetism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斷電 → 電流停止 → 磁力消失（可開關！）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Disconnected → current stops → magnetism vanishes (switchable!)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這是電磁鐵與永久磁石最大的分別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The biggest difference from a permanent magnet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電池安全三規則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Three Battery Safety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⛔ 不可短路：勿用導線直連電池正負極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No short circuits: never wire the terminals directly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⏱ 不可長時間接駁：只在測試時接上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No prolonged connection: only during testing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🔌 用完即拆：教師統一回收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Disconnect after use: teacher collects all batteries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拾物比賽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Pick-up Contest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計時一分鐘：看誰吸起最多回形針！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One minute on the clock: who attracts the most clips!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記錄：線圈匝數 → 吸起數目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Record: coil turns → clips attracted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成功標準：吸起最少 5 枚回形針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Success criteria: attract at least 5 paper clips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磁浮貓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Levitating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原理：同極相斥，把小貓托在半空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Principle: like poles repel, holding the cat in mid-air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底座磁石與貓底磁石：同極相對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Base magnet and cat magnet: like poles facing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慢慢調校位置，直至懸浮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Adjust slowly until it levitates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磁石易碎，輕拿輕放；遠離電子產品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Magnets are fragile — handle gently; keep away from electronics</a:t>
            </a:r>
          </a:p>
        </p:txBody>
      </p:sp>
      <p:pic>
        <p:nvPicPr>
          <p:cNvPr id="5" name="Picture 4" descr="s1-l06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總結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同極相斥、異極相吸；電生磁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Like poles repel, unlike poles attract; electricity produces magnetism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匝數愈多磁力愈強；斷電磁力消失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More turns, stronger magnetism; it vanishes when disconnected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電池安全：不短路、不久駁、用完即拆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Battery safety: no shorts, no long connections, disconnect after use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下堂預告：自製萬花筒／潛望鏡 —— 光與影！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Next lesson: DIY kaleidoscope / periscope — light and shadow!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電磁鐵的構造｜Structure of an Electromagnet</a:t>
            </a:r>
          </a:p>
        </p:txBody>
      </p:sp>
      <p:pic>
        <p:nvPicPr>
          <p:cNvPr id="1010" name="Picture 1009" descr="s1-l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58496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