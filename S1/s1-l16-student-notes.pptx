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latin typeface="Microsoft JhengHei"/>
              </a:rPr>
              <a:t>第 16 堂｜Prompt 工程</a:t>
            </a:r>
          </a:p>
          <a:p>
            <a:r>
              <a:rPr sz="2800">
                <a:latin typeface="Arial"/>
              </a:rPr>
              <a:t>Lesson 16 |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小組輪流寫提示，生成「關愛海報」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Groups take turns writing prompts to generate a "caring poster"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創科班 Little Makers Class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S.K.H. Lui Ming Choi Secondary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共用平板／手提電腦 Shared tablets / laptops × 2–3 部（全班輪用） 2–3 for the class</a:t>
            </a:r>
          </a:p>
          <a:p>
            <a:pPr/>
            <a:r>
              <a:rPr sz="1600">
                <a:eaTypeface typeface="微軟正黑體"/>
              </a:rPr>
              <a:t>工作紙 Worksheets × 每組 1 張 1 per group</a:t>
            </a:r>
          </a:p>
          <a:p>
            <a:pPr/>
            <a:r>
              <a:rPr sz="1600">
                <a:eaTypeface typeface="微軟正黑體"/>
              </a:rPr>
              <a:t>投影機 Projector × 1 套 1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學習目標</a:t>
            </a:r>
          </a:p>
          <a:p>
            <a:r>
              <a:rPr sz="2200"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說出有效提示的四個要素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State the four elements of an effective prompt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寫出包含四要素的完整提示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Write a complete prompt with all four elements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小組合作生成關愛海報草稿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Generate a draft caring poster in groups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說出至少兩個改善提示的方法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Name at least two ways to improve a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引入：差提示 vs 好提示</a:t>
            </a:r>
          </a:p>
          <a:p>
            <a:r>
              <a:rPr sz="2200">
                <a:latin typeface="Arial"/>
              </a:rPr>
              <a:t>Hook: Poor vs Good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同一部裝置，先後輸入兩個提示，投影看結果差別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Same device, two prompts — project and compare the results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差：「整張海報。」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Poor: "Make a poster."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好：四要素齊全的完整提示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Good: a complete prompt with all four elements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投票：哪一張較好？為什麼？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Vote: which is better, and 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有效提示四要素</a:t>
            </a:r>
          </a:p>
          <a:p>
            <a:r>
              <a:rPr sz="2200">
                <a:latin typeface="Arial"/>
              </a:rPr>
              <a:t>Four Elements of an Effective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① 角色 Role：你是一位海報設計師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1. Role: You are a poster designer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② 任務 Task：為長者中心設計關愛海報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2. Task: design a caring poster for an elderly centre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③ 對象 Audience：七十歲以上長者，字要大、顏色鮮明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3. Audience: residents aged 70+; large text, vivid colours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④ 格式 Format：標題八字以內、三句口號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4. Format: headline within eight characters, three slogans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好壞提示示例</a:t>
            </a:r>
          </a:p>
          <a:p>
            <a:r>
              <a:rPr sz="2200">
                <a:latin typeface="Arial"/>
              </a:rPr>
              <a:t>Poor vs Good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差：「整張海報。」（空泛，AI 無從下手）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Poor: "Make a poster." (vague; AI cannot act on it)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好：「你是一位海報設計師，為長者中心設計一張關愛海報，對象是七十歲以上的長者。要求：標題八字以內、三句簡單口號、圖像用溫暖色調。先給我文字方案。」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Good: full prompt with role, task, audience and format clearly stated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迭代：寫 → 生成 → 檢視 → 修改</a:t>
            </a:r>
          </a:p>
          <a:p>
            <a:r>
              <a:rPr sz="2200">
                <a:latin typeface="Arial"/>
              </a:rPr>
              <a:t>Iterate: Write → Generate → Review → Revise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第一次不理想不代表失敗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A poor first attempt is not failure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改善方法：更具體、加例子、指出不喜歡的地方要求重寫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Improve by: being more specific, adding examples, asking for a rewrite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每組至少修改並再生成一次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Each group revises and regenerates at least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安全提醒</a:t>
            </a:r>
          </a:p>
          <a:p>
            <a:r>
              <a:rPr sz="2200">
                <a:latin typeface="Arial"/>
              </a:rPr>
              <a:t>Safety Reminder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不要在提示中輸入任何個人資料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Never enter personal data in prompts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包括：姓名、電話、地址、學校名稱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Including: names, phone numbers, addresses, school names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小組活動：輪流生成海報</a:t>
            </a:r>
          </a:p>
          <a:p>
            <a:r>
              <a:rPr sz="2200">
                <a:latin typeface="Arial"/>
              </a:rPr>
              <a:t>Group Activity: Generate in Rotation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全班六組共用 2–3 部裝置，每組約八分鐘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Six groups share 2–3 devices, about 8 minutes each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操作組：輸入提示 → 生成 → 檢視 → 修改 → 再生成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Operating group: enter prompt → generate → review → revise → regenerate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輪候組：優化提示文字、寫好第二版、填修改紀錄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Waiting groups: refine wording, draft version 2, fill in the revision log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分工建議：寫提示、操作裝置、記錄、匯報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Suggested roles: prompt writer, device operator, recorder, presenter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8</a:t>
            </a:r>
          </a:p>
        </p:txBody>
      </p:sp>
      <p:pic>
        <p:nvPicPr>
          <p:cNvPr id="5" name="Picture 4" descr="s1-l16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847" y="4410000"/>
            <a:ext cx="324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總結</a:t>
            </a:r>
          </a:p>
          <a:p>
            <a:r>
              <a:rPr sz="2200"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提示的質素決定 AI 生成的質素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Prompt quality decides AI output quality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四要素：角色、任務、對象、格式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Four elements: role, task, audience, format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肯改才會好；不輸入個人資料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Revise to improve; never enter personal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展示互評＋預告</a:t>
            </a:r>
          </a:p>
          <a:p>
            <a:r>
              <a:rPr sz="2200">
                <a:latin typeface="Arial"/>
              </a:rPr>
              <a:t>Showcase + Next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每組展示海報，說明四要素和修改了什麼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Each group presents: which elements were used, what was revised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全班投票選出「最窩心海報」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Class votes for the most heart-warming poster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下堂：AI 生成作品——AI 生圖＋音樂正能量作品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Next: Creating with Generative AI — images and music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-l16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847" y="1629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