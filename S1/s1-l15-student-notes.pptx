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2.xml"/><Relationship Id="rId1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latin typeface="Microsoft JhengHei"/>
              </a:rPr>
              <a:t>第 15 堂｜AI 是什麼</a:t>
            </a:r>
          </a:p>
          <a:p>
            <a:r>
              <a:rPr sz="2800">
                <a:latin typeface="Arial"/>
              </a:rPr>
              <a:t>Lesson 15 | What is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生活中的 AI 大搜查＋機器學習三步曲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AI Hunt in Daily Life + the three steps of machine learning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創科班 Little Makers Class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S.K.H. Lui Ming Choi Secondary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例子卡（A6 列印，每組十張，全班六組共六十張） Example cards (A6 printouts, 10 per group × 6 groups) × 每組 1 套 1 set per group</a:t>
            </a:r>
          </a:p>
          <a:p>
            <a:pPr/>
            <a:r>
              <a:rPr sz="1600">
                <a:eaTypeface typeface="微軟正黑體"/>
              </a:rPr>
              <a:t>投影機＋電腦 Projector + computer × 1 套 1 set</a:t>
            </a:r>
          </a:p>
          <a:p>
            <a:pPr/>
            <a:r>
              <a:rPr sz="1600">
                <a:eaTypeface typeface="微軟正黑體"/>
              </a:rPr>
              <a:t>白板＋磁貼分區 Whiteboard + magnetic zone labels × 1 套 1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l1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847" y="1629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學習目標</a:t>
            </a:r>
          </a:p>
          <a:p>
            <a:r>
              <a:rPr sz="2200"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為「人工智能」下一個簡單定義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Define AI simply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列出至少五個生活中的 AI 應用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List at least five AI applications in daily life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按序說出機器學習三步曲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State the three steps of machine learning in order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分類遊戲：十個例子答對至少八個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Classification game: at least 8/10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引入：哪一張相片用了 AI？</a:t>
            </a:r>
          </a:p>
          <a:p>
            <a:r>
              <a:rPr sz="2200">
                <a:latin typeface="Arial"/>
              </a:rPr>
              <a:t>Hook: Which photo used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左：手機人像模式拍攝（背景模糊）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Left: portrait mode (blurred background)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右：普通模式拍攝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Right: normal mode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舉手投票，並說出你的理由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Vote by raising your hand and give your reason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分類遊戲：是 AI 嗎？</a:t>
            </a:r>
          </a:p>
          <a:p>
            <a:r>
              <a:rPr sz="2200">
                <a:latin typeface="Arial"/>
              </a:rPr>
              <a:t>Classification Game: Is it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每組十張例子卡，小組討論後分成「是 AI」／「不是 AI」兩疊，貼在白板分區上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Ten cards per group; sort into "AI" / "Not AI" piles on the board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例子：Siri 語音助手、微波爐、Netflix 推薦、人臉解鎖、計算機、掃地機械人、自動翻譯、電飯煲保溫、相簿人物分類、交通燈定時轉燈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Examples: Siri, microwave, Netflix, face unlock, calculator, robot vacuum, translation, keep-warm, photo grouping, traffic 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847" y="5490000"/>
            <a:ext cx="32400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什麼是 AI？</a:t>
            </a:r>
          </a:p>
          <a:p>
            <a:r>
              <a:rPr sz="2200">
                <a:latin typeface="Arial"/>
              </a:rPr>
              <a:t>What is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人工智能 ＝ 讓電腦模仿人類智能去完成任務的技術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AI = technology enabling computers to imitate human intelligence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關鍵：懂得「學習」和「適應」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Key: it "learns" and "adapts"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AI 從數據中學習規律，再用規律做決定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AI learns patterns from data, then decides with those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什麼不是 AI？</a:t>
            </a:r>
          </a:p>
          <a:p>
            <a:r>
              <a:rPr sz="2200">
                <a:latin typeface="Arial"/>
              </a:rPr>
              <a:t>What is NOT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只按固定程式執行的機器不是 AI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Machines following only fixed programs are not AI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計算機：3 + 5 永遠等於 8，永遠學不會新計法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Calculator: 3 + 5 is always 8; it never learns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電飯煲保溫：感應器＋固定程式，不會學習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Keep-warm: sensor + fixed program; never learns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機器學習三步曲</a:t>
            </a:r>
          </a:p>
          <a:p>
            <a:r>
              <a:rPr sz="2200">
                <a:latin typeface="Arial"/>
              </a:rPr>
              <a:t>Three Steps of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① 收集數據：給電腦大量例子（一萬張貓狗相片）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1. Collect data: give many examples (10,000 cat/dog photos)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② 訓練：電腦分析例子，找出規律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2. Train: the computer analyses examples and finds patterns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③ 測試：用新例子考它，看看認得對不對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3. Test: check it with new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口訣＋重要提醒</a:t>
            </a:r>
          </a:p>
          <a:p>
            <a:r>
              <a:rPr sz="2200">
                <a:latin typeface="Arial"/>
              </a:rPr>
              <a:t>Rhyme + Reminder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口訣：「有數據、先訓練、再測試」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Rhyme: "Get data, train first, then test"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數據是 AI 的糧食：愈多、愈多元，學得愈好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Data is AI's food: more and more diverse = better learning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AI 按數據找規律，不是真正「理解」，也會出錯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AI finds patterns in data; it does not truly "understand" and can err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總結</a:t>
            </a:r>
          </a:p>
          <a:p>
            <a:r>
              <a:rPr sz="2200"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AI 的關鍵是學習和適應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The key of AI is learning and adapting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三步曲：收集數據 → 訓練 → 測試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Three steps: collect data → train → test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AI 的能力來自數據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AI's ability comes from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小測驗＋預告</a:t>
            </a:r>
          </a:p>
          <a:p>
            <a:r>
              <a:rPr sz="2200">
                <a:latin typeface="Arial"/>
              </a:rPr>
              <a:t>Mini Quiz + Next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隨機抽問：機器學習三步曲是什麼？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Quick quiz: what are the three steps?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下堂：Prompt 工程——學寫提示，生成關愛海報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Next: Prompt Engineering — write prompts, generate caring posters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