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聖公會呂明才中學 S.K.H. Lui Ming Choi Secondary School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創科班 Little Makers Class</a:t>
            </a:r>
          </a:p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rFonts latin="Arial" ea="Microsoft JhengHei" cs="Arial"/>
              </a:rPr>
              <a:t>第 24 堂 Lesson 24</a:t>
            </a:r>
          </a:p>
          <a:p>
            <a:pPr algn="ctr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rFonts latin="Arial" ea="Microsoft JhengHei" cs="Arial"/>
              </a:rPr>
              <a:t>動手做（二）：人工智能＋用家測試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Hands-on Making II: AI and User Testing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學生筆記 Student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共用裝置（平板電腦或手提電腦） Shared device (tablet or laptop) × 每組 1 部，輪流使用 1 per group, used in turn</a:t>
            </a:r>
          </a:p>
          <a:p>
            <a:pPr/>
            <a:r>
              <a:rPr sz="1600">
                <a:eaTypeface typeface="微軟正黑體"/>
              </a:rPr>
              <a:t>第 23 堂製成品 Prototype from Lesson 23 × 每組 1 件 1 per group</a:t>
            </a:r>
          </a:p>
          <a:p>
            <a:pPr/>
            <a:r>
              <a:rPr sz="1600">
                <a:eaTypeface typeface="微軟正黑體"/>
              </a:rPr>
              <a:t>測試記錄表及工作紙（影印） Test record sheets and worksheets (photocopied) × 每組 2 份 2 copies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課堂目標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Lesson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完成可運作的辨識模型：≥2 類別，每類 ≥20 樣本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Working model: ≥2 classes, ≥20 samples each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進行至少三次測試，準確記錄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At least three tests, accurately recorded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按測試結果提出至少一項改良並執行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≥1 improvement from results, carried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AI 影像辨識三要素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Three Elements of AI Recognition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類別：要分辨的種類（例：揮手求助／手放下）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Classes: kinds to tell apart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訓練樣本：給模型學習的相片，每類 ≥20 張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Training samples: learning photos, ≥20 per class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準確率＝答對次數 ÷ 測試總次數 × 100%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Accuracy = correct ÷ total ×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Teachable Machine 五步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Five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1. 開新「影像專案」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1. New Image Project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2. 為兩個類別命名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2. Name two classes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3. 每類收集 ≥20 個樣本（變換角度、光線）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3. ≥20 samples per class (vary angle, light)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4. 按「訓練模型」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4. Train Model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5. 即時測試並記錄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5. Test instantly and record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網站：https://teachablemachine.withgoogle.com/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樣本多樣性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Sample Diversity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同一背景＋同一角度＝模型只學會「認背景」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Same background + angle = model learns only the background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換個環境即失效：準確率「虛高」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Fails elsewhere: inflated accuracy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要混合：角度、光線、背景、人物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Mix: angle, lighting, background, people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組員輪流做手勢拍攝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Members take turns gesturing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分工與輪換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Roles &amp; Rotation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操作員：建模型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Operator: builds the model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樣本收集員：拍樣本（注意多樣性）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Sample collector: photographs samples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記錄員：填工作紙及測試表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Recorder: completes worksheets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測試員：寫測試計劃、扮演用家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Tester: plans tests, role-plays user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每 10 分鐘輪換；等候組別先準備樣本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Rotate every 10 min; waiting groups prep 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用家測試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User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先寫測試計劃：測什麼、幾次、何謂正確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Plan first: what, how many, what counts as correct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至少試用三次，記錄：輸入／判斷／是否正確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Trial ≥3 times; log input / judgement / correct?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計算準確率 → 即場改良 → 快速複測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Calculate → improve on the spot → re-test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例：3 次對 2 次＝67% → 加 10 張側面樣本 → 100%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E.g. 2/3 = 67% → add 10 side samples →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數據私隱三守則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Three Privacy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只拍手勢或物件，絕不拍攝人臉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Gestures/objects only — never faces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課後立即刪除所有樣本相片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Delete all samples immediately after class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遵守學校資訊科技使用守則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Follow the school IT usage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分組任務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Group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按角色卡分工，每 10 分鐘輪換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Work by roles; rotate every 10 min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樣本檢查點：每類 ≥20，四項變化各 ≥2 種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Checkpoint: ≥20/class; ≥2 variations of each factor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測試 ≥3 次，計算準確率，即場改良再複測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Test ≥3×, calculate, improve, re-test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課後刪相片＋簽私隱承諾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Delete photos + sign privacy pledge</a:t>
            </a:r>
          </a:p>
        </p:txBody>
      </p:sp>
      <p:pic>
        <p:nvPicPr>
          <p:cNvPr id="5" name="Picture 4" descr="s2-l24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00" y="4926001"/>
            <a:ext cx="252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總結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三要素：類別、樣本、準確率公式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Classes, samples, accuracy formula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多樣性決定真實準確率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Diversity decides real accuracy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訓練完成 ≠ 產品完成；測試＋迭代才是關鍵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Training done ≠ product done; test + iterate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家課：完成測試記錄表＋100–150 字反思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Homework: test record + 100–150-word reflection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2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09000"/>
            <a:ext cx="7560000" cy="50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