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16 堂｜AI 生成影片／音樂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16 | AI-Generated Video / Music</a:t>
            </a:r>
          </a:p>
          <a:p>
            <a:pPr algn="ctr">
              <a:spcBef>
                <a:spcPts val="2400"/>
              </a:spcBef>
            </a:pPr>
            <a:r>
              <a:rPr sz="1800" b="0" i="0">
                <a:solidFill>
                  <a:srgbClr val="C8D7F0"/>
                </a:solidFill>
                <a:latin typeface="Arial"/>
                <a:ea typeface="Microsoft JhengHei"/>
              </a:rPr>
              <a:t>為關愛對象製作正能量作品</a:t>
            </a:r>
          </a:p>
          <a:p>
            <a:pPr algn="ctr"/>
            <a:r>
              <a:rPr sz="1500" b="0" i="1">
                <a:solidFill>
                  <a:srgbClr val="C8D7F0"/>
                </a:solidFill>
                <a:latin typeface="Arial"/>
                <a:ea typeface="Microsoft JhengHei"/>
              </a:rPr>
              <a:t>Creating Positivity Works for People We Care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可上網手提電腦或平板電腦 × 每組 1 部，全班約 6–8 部</a:t>
            </a:r>
          </a:p>
          <a:p>
            <a:pPr/>
            <a:r>
              <a:rPr sz="1600">
                <a:eaTypeface typeface="微軟正黑體"/>
              </a:rPr>
              <a:t>工作紙「正能量作品企劃表」 × 每人 1 張</a:t>
            </a:r>
          </a:p>
          <a:p>
            <a:pPr/>
            <a:r>
              <a:rPr sz="1600">
                <a:eaTypeface typeface="微軟正黑體"/>
              </a:rPr>
              <a:t>課室喇叭（播放作品用） × 1 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說出多媒體生成式 AI 的兩種應用：影片生成、音樂生成。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Name two applications of multimedia generative AI: video and music generation.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針對指定的關愛對象，設計一句清晰具體的正能量訊息。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Design a clear, concrete positivity message for a designated audience.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以小組合作完成約 30 秒短片或一首歌曲，加上字幕或旁白。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Complete a ~30-second video or a song in groups, with subtitles or narration.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在作品中註明「本作品含有 AI 生成內容」。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Label the work "This work contains AI-generated content".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甚麼是生成式 AI？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What Is Generative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先從大量現有作品學習規律，再根據文字提示生成全新內容。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Learns patterns from many existing works, then generates brand-new content from a text prompt.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輸出是「新造」的，不是複製貼上。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 output is newly made, not copied and pasted.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本堂聚焦：影片生成 ＋ 音樂生成。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This lesson focuses on: video generation + music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提示詞：具體，而非冗長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Prompts: Specific, Not Wordy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較弱：「做一段開心的影片。」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Weaker: "Make a happy video."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較佳：「為獨居長者製作 30 秒短片，溫暖色調，慢節奏，訊息是『你並不孤單』。」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Better: "Create a 30-second video for elderly people living alone, warm tones, slow pace, message: 'You are not alone'."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關鍵資訊：對象、長度、風格、訊息。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Key information: audience, length, style,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受眾意識：為長者設計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Audience Awareness: Designing for the Elderly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字幕字體要大，旁白語速要慢。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Large subtitles, slow narration.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用語親切，訊息簡單直接（一句話能說完）。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Warm language; simple, direct message (sayable in one sentence).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好作品＝對象看得明白、感到溫暖。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 good work = the audience understands it and feels warmed.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誠信：標示 AI 生成內容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Integrity: Label AI-Generated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必須註明「本作品含有 AI 生成內容」。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Must label "This work contains AI-generated content".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不可冒充全人手創作。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Never pass it off as entirely human-made.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不可用 AI 偽造影音去欺騙別人。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Never use AI-generated media to deceive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企劃表示例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Sample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對象：社區獨居長者。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Audience: elderly people living alone in the community.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訊息：「天氣轉涼，記得加衣，你並不孤單。」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Message: "The weather is turning cold; remember to keep warm. You are not alone."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形式：30 秒短片，大字字幕＋慢速旁白。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Format: 30-second video, large subtitles + slow narration.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AI：背景影片、配樂｜人手：訊息、字幕文稿、旁白錄音。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AI: background video, music | Humans: message, script, narration recording.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分組製作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Group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4–5 人一組，共用一部裝置，輪流操作。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Groups of 4–5 share one device, taking turns.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先填企劃表 → 寫提示詞 → 生成影音 → 加字幕／旁白 → 加 AI 標示。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Fill in the plan → write the prompt → generate media → add subtitles/narration → add the AI label.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工具由老師指定並示範，不需自行搜尋。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Tools are designated and demonstrated by the teacher; no need to search online.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965014"/>
                </a:solidFill>
                <a:latin typeface="Arial"/>
                <a:ea typeface="Microsoft JhengHei"/>
              </a:rPr>
              <a:t>📌 若網絡緩慢或工具故障，老師會改為示範操作，小組專注完成企劃及文稿。</a:t>
            </a:r>
          </a:p>
          <a:p>
            <a:r>
              <a:rPr sz="1300" b="0" i="1">
                <a:solidFill>
                  <a:srgbClr val="966E50"/>
                </a:solidFill>
                <a:latin typeface="Arial"/>
                <a:ea typeface="Microsoft JhengHei"/>
              </a:rPr>
              <a:t>If the network is slow or a tool fails, the teacher will demonstrate while groups focus on the plan and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總結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提示詞具體 → 結果更貼合需要。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Specific prompts → results closer to what you need.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為對象設計：大字、慢速、親切。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Design for the audience: large text, slow pace, warm language.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誠信：標示 AI 生成，不可冒充。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Integrity: label AI-generated content; never pass it off.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下堂預告：Prompt 進階——角色扮演＋多輪對話。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Next lesson: Advanced Prompting — role-play + multi-turn dialogue.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6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