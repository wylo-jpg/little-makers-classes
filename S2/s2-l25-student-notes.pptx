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2.xml"/><Relationship Id="rId1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聖公會呂明才中學 S.K.H. Lui Ming Choi Secondary School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創科班 Little Makers Class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rFonts latin="Arial" ea="Microsoft JhengHei" cs="Arial"/>
              </a:rPr>
              <a:t>第 25 堂 Lesson 25</a:t>
            </a:r>
          </a:p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rFonts latin="Arial" ea="Microsoft JhengHei" cs="Arial"/>
              </a:rPr>
              <a:t>社區成果展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Community Showcase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學生筆記 Student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互評表（A4，影印） Peer assessment forms (A4, photocopied) × 每人 1 張 1 per student</a:t>
            </a:r>
          </a:p>
          <a:p>
            <a:pPr/>
            <a:r>
              <a:rPr sz="1600">
                <a:eaTypeface typeface="微軟正黑體"/>
              </a:rPr>
              <a:t>獎狀 Certificates × 每組 1 張 1 per group</a:t>
            </a:r>
          </a:p>
          <a:p>
            <a:pPr/>
            <a:r>
              <a:rPr sz="1600">
                <a:eaTypeface typeface="微軟正黑體"/>
              </a:rPr>
              <a:t>展位名牌及枱布 Booth name cards and tablecloths × 每組 1 套 1 set per group</a:t>
            </a:r>
          </a:p>
          <a:p>
            <a:pPr/>
            <a:r>
              <a:rPr sz="1600">
                <a:eaTypeface typeface="微軟正黑體"/>
              </a:rPr>
              <a:t>嘉賓感謝卡 Guest thank-you cards × 每位嘉賓 1 張 1 per guest</a:t>
            </a:r>
          </a:p>
          <a:p>
            <a:pPr/>
            <a:r>
              <a:rPr sz="1600">
                <a:eaTypeface typeface="微軟正黑體"/>
              </a:rPr>
              <a:t>單元反思工作紙（影印） Unit reflection worksheets (photocopied) × 每人 1 張 1 per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09000"/>
            <a:ext cx="7560000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課堂目標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Lesson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三分鐘報告：意念＋回饋＋改良＋示範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3-min talk: idea + feedback + improvements + demo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為至少兩個組別互評，寫具體評語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Peer-assess ≥2 groups with specific comments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說出本單元最重要的學習得著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State the unit’s most important takeaway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三分鐘報告四部曲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Four Parts of the Talk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設計意念（40 秒）：為誰？解決什麼問題？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Design idea (40s): who? what problem?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用家回饋（40 秒）：引用一句用家原話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User feedback (40s): quote one user line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改良之處（50 秒）：改了什麼？為什麼？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Improvements (50s): what? why?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4. 實物示範（50 秒）：即場示範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4. Live demo (50s): demonstrate on the spot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時間控制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Time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中文每分鐘約 160–180 字 → 講稿約 500 字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~160–180 chars/min → script ~500 characters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分段綵排計時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Rehearse each part with a timer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超時：刪例子，不刪結構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Overtime: cut examples, never structure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預演「示範失敗」的應變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Rehearse the “demo fails” contingency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回應提問三步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Handling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複述：確認問題，爭取思考時間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Repeat: confirm the question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簡答：直擊核心，最多兩句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Answer: the core in ≤2 sentences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舉例：用具體例子或數據支持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Illustrate: one example or figure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不懂就誠實承認，承諾會後再試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Admit honestly what you don’t know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互評四準則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Four Peer-Assessment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關愛切合度：回應用家真實需要嗎？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Care relevance: does it answer real needs?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創意：意念新穎嗎？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Creativity: is the idea original?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製作質素：穩固細緻嗎？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Craftsmanship: sturdy and refined?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表達清晰度：有條理易明嗎？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Clarity: well-structured and clear?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每項 1–5 分；不評自己組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1–5 each; not your own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具體評語 vs 空泛讚美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Specific vs Vague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✘「做得很好」→ ✔「按鈕加大到 3cm 後，長者能單手準確按下」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✘“Well done” → ✔“3 cm buttons let elderly press one-handed”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✘「好有創意」→ ✔「轉盤唔用電都睇到紀錄，適合長者」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✘“Creative” → ✔“Dial shows history without power”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每份互評表須有一項改善建議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Every form needs one improvement suggestion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展位與接待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Booth &amp; Reception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展位：名牌、作品、設計圖；尖角包膠紙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Booth: name card, product, drawings; tape sharp corners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門口迎接嘉賓，引領入座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Greet guests at the entrance; show them to seats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展示後致送感謝卡並合照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Thank-you cards and group photo afterwards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全程保持展位整潔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Keep the booth tidy throughout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0" y="4926001"/>
            <a:ext cx="252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頒獎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Awards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最佳關愛設計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Best Caring Design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最佳迭代改良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Best Iterative Improvement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最佳表達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Best Presentation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嘉賓之選（嘉賓投票）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Guests’ Choice (voted by guests)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每組至少獲一個獎項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Every group receives at least one award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總結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意念 40 秒 → 回饋 40 秒 → 改良 50 秒 → 示範 50 秒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Idea 40s → feedback 40s → improvements 50s → demo 50s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複述 → 簡答 → 舉例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Repeat → answer → illustrate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具體評語＋改善建議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Specific comments + suggestions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家課：單元反思工作紙（得著／再改良／給下一屆的建議）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Homework: unit reflection worksheet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