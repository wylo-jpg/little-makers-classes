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7" r:id="rId18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8EB"/>
                </a:solidFill>
                <a:latin typeface="Arial"/>
                <a:ea typeface="Microsoft JhengHei"/>
              </a:rPr>
              <a:t>S2 單元四：AI 進階與倫理深化</a:t>
            </a:r>
          </a:p>
          <a:p>
            <a:pPr algn="ctr"/>
            <a:r>
              <a:rPr sz="1600" b="0" i="1">
                <a:solidFill>
                  <a:srgbClr val="AAC8EB"/>
                </a:solidFill>
                <a:latin typeface="Arial"/>
                <a:ea typeface="Microsoft JhengHei"/>
              </a:rPr>
              <a:t>S2 Unit 4: Advanced AI and Deepening of AI Ethics</a:t>
            </a:r>
          </a:p>
          <a:p>
            <a:pPr algn="ctr">
              <a:spcBef>
                <a:spcPts val="1800"/>
              </a:spcBef>
            </a:pPr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19 堂｜AI 與社會：工作會被取代嗎？</a:t>
            </a:r>
          </a:p>
          <a:p>
            <a:pPr algn="ctr"/>
            <a:r>
              <a:rPr sz="2600" b="0" i="0">
                <a:solidFill>
                  <a:srgbClr val="E1EBFA"/>
                </a:solidFill>
                <a:latin typeface="Arial"/>
                <a:ea typeface="Microsoft JhengHei"/>
              </a:rPr>
              <a:t>Lesson 19 | AI and Society: Will Jobs Be Replaced?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工作紙「AI 與職業分析表」及「我的未來技能清單」 × 每人 1 份</a:t>
            </a:r>
          </a:p>
          <a:p>
            <a:pPr/>
            <a:r>
              <a:rPr sz="1600">
                <a:eaTypeface typeface="微軟正黑體"/>
              </a:rPr>
              <a:t>投影（展示 6 種職業列表） × 課室現有</a:t>
            </a:r>
          </a:p>
          <a:p>
            <a:pPr/>
            <a:r>
              <a:rPr sz="1600">
                <a:eaTypeface typeface="微軟正黑體"/>
              </a:rPr>
              <a:t>職業抽籤卡 × 每組 1 張（老師預先印製，可重用）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本堂學習目標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列出三類較易被 AI 取代的工作特徵。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List three characteristics of jobs more easily replaced by AI.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說出兩種 AI 難以取代的人類能力。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Name two human capabilities AI struggles to replace.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寫下三項想培養的未來技能，至少一項與「與 AI 協作」相關。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Write down three future skills to develop, at least one related to "collaborating with AI".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課堂投票：你估呢？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Class Vote: What Do You Think?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速遞員、社工、廚師、會計文員、攝影師、醫生——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Courier, social worker, chef, accounts clerk, photographer, doctor —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你估每個職業被 AI 取代的可能性：高／中／低？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How likely is each to be replaced by AI: high / medium / low?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先投票，講解後再修正看法，對比前後差異。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Vote first; revise your views after the explanation and compare the difference.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較易被自動化的工作特徵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Jobs More Easily Automated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① 重複性高：每天做同樣的事。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1. Highly repetitive: doing the same things daily.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② 規則明確：有固定流程可循。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2. Rule-based: fixed procedures to follow.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③ 以資料處理為主：輸入資料、輸出結果。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3. Mainly data-processing: data in, results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AI 難以取代的人類能力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Human Capabilities AI Struggles to Replace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創意：想出全新的點子。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Creativity: coming up with brand-new ideas.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同理心：理解並回應他人的感受。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Empathy: understanding and responding to others' feelings.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複雜判斷：資訊不完整、沒有標準答案時做決定。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Complex judgement: deciding with incomplete information and no standard answer.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人際信任：別人願意把重要的事交託給「你」。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Human trust: others entrusting important matters to "you".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例子：司機 vs 社工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Examples: Driver vs Social Worker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司機：AI 可代勞長途固定路線；做不到處理突發路況＋乘客溝通；新技能：車隊監控與調度。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Driver: AI can handle fixed long-haul routes; cannot handle sudden conditions + passenger communication; new skill: fleet monitoring and dispatch.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社工：AI 可整理個案資料；做不到建立信任、理解複雜情緒；新技能：用 AI 提升行政效率。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Social worker: AI can organise case files; cannot build trust or grasp complex emotions; new skill: using AI to boost admin efficiency.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歷史的啟示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History's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電腦普及時，有人擔心所有文書工作消失——結果是工種轉變，並創造新工種。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When computers spread, people feared all clerical work would vanish — instead roles transformed and new ones were created.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科技改變工作，而非消滅工作。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Technology transforms jobs rather than eliminating them.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重點不是恐慌，而是適應。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The point is not panic but adaptation.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思維轉換：與 AI 協作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Mindset Shift: Collaborate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不是「比 AI 更快」，而是「懂得指揮 AI、審核 AI」。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Not "faster than AI", but "able to direct and review AI".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回想第 15、16 堂：AI 會出錯，需要人審核——人仍是關鍵。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Recall Lessons 15–16: AI makes mistakes and needs human review — humans remain the key.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為 AI 的輸出負責的人，最有價值。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Those who take responsibility for AI output are the most valuable.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我的未來技能清單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My Future Skills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我的興趣＋我的強項 → 我想培養的三項技能。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My interests + my strengths → three skills I want to develop.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至少一項與「與 AI 協作」相關，而且要具體。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At least one related to "collaborating with AI", stated concretely.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例子：「學會用 AI 整理溫習筆記，並檢查其準確性。」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Example: "Learn to organise revision notes with AI, and check their accuracy."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3A5F"/>
                </a:solidFill>
                <a:latin typeface="Arial"/>
                <a:ea typeface="Microsoft JhengHei"/>
              </a:rPr>
              <a:t>總結</a:t>
            </a:r>
          </a:p>
          <a:p>
            <a:r>
              <a:rPr sz="1800" b="0" i="1">
                <a:solidFill>
                  <a:srgbClr val="6E82A0"/>
                </a:solidFill>
                <a:latin typeface="Arial"/>
                <a:ea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易自動化：重複、規則明確、資料處理為主。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Easily automated: repetitive, rule-based, data-processing.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難取代：創意、同理心、複雜判斷、信任。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Hard to replace: creativity, empathy, complex judgement, trust.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與 AI 協作，而非與 AI 競爭。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Collaborate with AI, not compete against it.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82828"/>
                </a:solidFill>
                <a:latin typeface="Arial"/>
                <a:ea typeface="Microsoft JhengHei"/>
              </a:rPr>
              <a:t>▸ 下堂預告：網絡安全進階——識別釣魚電郵與密碼管理。</a:t>
            </a:r>
          </a:p>
          <a:p>
            <a:pPr>
              <a:spcAft>
                <a:spcPts val="1000"/>
              </a:spcAft>
            </a:pPr>
            <a:r>
              <a:rPr sz="1500" b="0" i="1">
                <a:solidFill>
                  <a:srgbClr val="6E6E6E"/>
                </a:solidFill>
                <a:latin typeface="Arial"/>
                <a:ea typeface="Microsoft JhengHei"/>
              </a:rPr>
              <a:t>Next lesson: Advanced cyber security — spotting phishing emails and password management.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8C8C8C"/>
                </a:solidFill>
                <a:latin typeface="Arial"/>
                <a:ea typeface="Microsoft JhengHei"/>
              </a:rPr>
              <a:t>聖公會呂明才中學　S.K.H. Lui Ming Choi Secondary School｜S2 單元四：AI 進階與倫理深化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9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